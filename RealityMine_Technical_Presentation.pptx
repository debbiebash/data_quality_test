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Engineer, Data Operations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Presentation — RealityMine Take-Home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Deborah Bashorun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data pipeline breaks silently, nobody notices until a client asks why their numbers look wrong.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is designed to catch that before they do — checking for missing data, internally inconsistent data, and statistically unusual data, every day.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955280" y="137160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955280" y="17373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4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2743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rules built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33832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60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4297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categories covered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8006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3,600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8092440" y="5303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+ platform + day rows checked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kinds of failure, three rule families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Completeness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data even there? Expected app + platform + date combinations checked against what actually arrived.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34840" y="155448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3484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23774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2880360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values agree with each other? Row-level logic — reach vs sessions, duration reconciliation, median vs mean.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321040" y="1554480"/>
            <a:ext cx="640080" cy="64008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3774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880360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today's value weird for this app specifically? Rolling z-score against each app's own 28-day baseline.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Method: check the distribution before setting a threshold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— duration reconciliation (session_mean_seconds × sessions_total vs duration_total_seconds)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03520" cy="4023360"/>
          </a:xfrm>
          <a:prstGeom prst="roundRect">
            <a:avLst>
              <a:gd name="adj" fmla="val 2727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2%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566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tolerance, picked before looking at the data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114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1,168 rows flagged (~32% of the dataset)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6634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flagged rows clustered 2.0–3.0% — the signature of a threshold sitting inside normal noise, not above it.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303520" cy="4023360"/>
          </a:xfrm>
          <a:prstGeom prst="roundRect">
            <a:avLst>
              <a:gd name="adj" fmla="val 2727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5603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4%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566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above the observed maximum gap (3.09%)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4114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rows flagged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46634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consistency and completeness threshold in this build was set the same way: look at the full distribution first, then decide.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 checks — summary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4023360"/>
        </p:xfrm>
        <a:graphic>
          <a:graphicData uri="http://schemas.openxmlformats.org/drawingml/2006/table">
            <a:tbl>
              <a:tblPr/>
              <a:tblGrid>
                <a:gridCol w="2743200"/>
                <a:gridCol w="3931920"/>
                <a:gridCol w="2377440"/>
                <a:gridCol w="201168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 reconciliation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× sessions ≈ duration_total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 (calibrated)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flagged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 vs sessions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reach_users ≤ sessions_total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rule, no tolerance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flagged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/ mean ratio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session_median ÷ session_mean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 – 1.65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flagged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app+platform+date grid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match required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missing, 0 duplicates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stays live in production even though this dataset is clean — the point is catching a future break, not describing today's file.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detection — rolling z-score, per app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app + platform gets its own baseline — a global threshold would miss a small app's real problem and flag a big app's normal traffic as broken.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212080" cy="3840480"/>
          </a:xfrm>
          <a:prstGeom prst="roundRect">
            <a:avLst>
              <a:gd name="adj" fmla="val 2857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377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8803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(today's value − rolling mean) ÷ rolling stddev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84048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mean and stddev calculated over the trailing 28 days, excluding today — so today's value never leaks into its own baseline.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26480" y="2103120"/>
            <a:ext cx="54864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2331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28-day rolling window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2880360"/>
            <a:ext cx="3566160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2880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prior days → baseline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058400" y="2880360"/>
            <a:ext cx="1280160" cy="6400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0" y="28803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840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threshold: ±3 standard deviations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429768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escalates to critical at ±5 or beyond — the alert list distinguishes mild drift from a genuine spike.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limitation I found and fixed during build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in an app's history, the rolling window has too few points to trust.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94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guard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517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±21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6576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extreme z-score seen — implausible for real variance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38912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Traced to rows only 2–3 days into an app's reporting history — the baseline itself was built from 2 data points.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92024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75120" y="2194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14-day minimum history guard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6517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-4.6 to +12.2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36576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range once thin windows are excluded — average close to zero, as expected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448056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z-score only calculates once at least 14 real prior days exist. Earlier rows are NULL — explicitly excluded, not silently wrong.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found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82880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20040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&amp; consistency alerts — dataset checked clean across all four rules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34840" y="146304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34840" y="182880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320040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anomalies flagged (~1.7% of rows with a trustworthy baseline)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321040" y="146304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82880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8641080" y="320040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found when the same unmodified function was pointed at a second metric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 — dashboard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0" y="146304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120640" y="15361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dim_app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120640" y="19019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app_id (PK), app_name, platform, region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0" y="292608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0" y="29992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app_daily_metrics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33649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source data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863840" y="292608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55280" y="29992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fct_alerts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33649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output — alert_id (PK)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371600" y="292608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63040" y="29992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3649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client_id (PK)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371600" y="457200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5B6B7A"/>
          </a:solidFill>
          <a:ln w="12700">
            <a:solidFill>
              <a:srgbClr val="5B6B7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463040" y="46451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client_app_mapping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50109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table — many-to-many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863840" y="457200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0" y="46451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alert_status_log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0" y="50109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status history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515600" y="292608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5B6B7A"/>
          </a:solidFill>
          <a:ln w="12700">
            <a:solidFill>
              <a:srgbClr val="5B6B7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607040" y="29992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jira_tickets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607040" y="33649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link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80760" y="2286000"/>
            <a:ext cx="0" cy="640080"/>
          </a:xfrm>
          <a:prstGeom prst="line">
            <a:avLst/>
          </a:prstGeom>
          <a:noFill/>
          <a:ln w="19050">
            <a:solidFill>
              <a:srgbClr val="9FB6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0" y="3337560"/>
            <a:ext cx="731520" cy="0"/>
          </a:xfrm>
          <a:prstGeom prst="line">
            <a:avLst/>
          </a:prstGeom>
          <a:noFill/>
          <a:ln w="19050">
            <a:solidFill>
              <a:srgbClr val="9FB6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2423160" y="2286000"/>
            <a:ext cx="3657600" cy="640080"/>
          </a:xfrm>
          <a:prstGeom prst="line">
            <a:avLst/>
          </a:prstGeom>
          <a:noFill/>
          <a:ln w="19050">
            <a:solidFill>
              <a:srgbClr val="9FB6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23160" y="3749040"/>
            <a:ext cx="0" cy="822960"/>
          </a:xfrm>
          <a:prstGeom prst="line">
            <a:avLst/>
          </a:prstGeom>
          <a:noFill/>
          <a:ln w="19050">
            <a:solidFill>
              <a:srgbClr val="9FB6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3474720" y="3749040"/>
            <a:ext cx="2606040" cy="1234440"/>
          </a:xfrm>
          <a:prstGeom prst="line">
            <a:avLst/>
          </a:prstGeom>
          <a:noFill/>
          <a:ln w="19050">
            <a:solidFill>
              <a:srgbClr val="9FB6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06840" y="3749040"/>
            <a:ext cx="0" cy="822960"/>
          </a:xfrm>
          <a:prstGeom prst="line">
            <a:avLst/>
          </a:prstGeom>
          <a:noFill/>
          <a:ln w="19050">
            <a:solidFill>
              <a:srgbClr val="9FB6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49840" y="3337560"/>
            <a:ext cx="365760" cy="0"/>
          </a:xfrm>
          <a:prstGeom prst="line">
            <a:avLst/>
          </a:prstGeom>
          <a:noFill/>
          <a:ln w="19050">
            <a:solidFill>
              <a:srgbClr val="9FB6C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client_app_mapping is the scalability answer — adding a new client is an insert, not a schema change.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logged-in user can do with an alert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251960" y="1371600"/>
            <a:ext cx="3657600" cy="777240"/>
          </a:xfrm>
          <a:prstGeom prst="roundRect">
            <a:avLst>
              <a:gd name="adj" fmla="val 11765"/>
            </a:avLst>
          </a:prstGeom>
          <a:solidFill>
            <a:srgbClr val="5B6B7A"/>
          </a:solidFill>
          <a:ln w="12700">
            <a:solidFill>
              <a:srgbClr val="5B6B7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25196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alert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25196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fct_alerts + alert_status_log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 flipV="1">
            <a:off x="2240280" y="2148840"/>
            <a:ext cx="3840480" cy="822960"/>
          </a:xfrm>
          <a:prstGeom prst="line">
            <a:avLst/>
          </a:prstGeom>
          <a:noFill/>
          <a:ln w="19050">
            <a:solidFill>
              <a:srgbClr val="9FB6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80760" y="2148840"/>
            <a:ext cx="45720" cy="822960"/>
          </a:xfrm>
          <a:prstGeom prst="line">
            <a:avLst/>
          </a:prstGeom>
          <a:noFill/>
          <a:ln w="19050">
            <a:solidFill>
              <a:srgbClr val="9FB6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80760" y="2148840"/>
            <a:ext cx="3931920" cy="822960"/>
          </a:xfrm>
          <a:prstGeom prst="line">
            <a:avLst/>
          </a:prstGeom>
          <a:noFill/>
          <a:ln w="19050">
            <a:solidFill>
              <a:srgbClr val="9FB6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97180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200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with comment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7490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alert_status_log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closed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34840" y="297180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09160" y="3200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to watchlist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374904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alert_status_log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watchlisted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active until closed — no separate flag, just no closing row yet.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21040" y="297180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95360" y="3200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Raise Jira ticket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595360" y="374904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alert_status_log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jira_tickets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action touching a third table — it's the only one creating a record outside this schema.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alert_status_log is append-only — every action adds a row, nothing is overwritten. Current status is always the latest row.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notebook to production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4173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Scheduling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4708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daily, matching the data's grain — reads whatever has landed since the last run, writes alerts_df to fct_alerts rather than a notebook cell.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30175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Modularity, proven not just claimed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44728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anomaly rule is a function, detect_anomaly(metric_column). Tested against reach_users (51 alerts) and sessions_total (44 alerts) — same code, genuinely different results.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663440"/>
            <a:ext cx="548640" cy="54864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46177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Adapting to promo weeks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504748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rolling window self-corrects for gradual growth. Planned spikes still need a promo calendar table, excluded from the baseline calculation so real events don't distort the days after.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I'd do with more time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719072"/>
            <a:ext cx="109728" cy="1097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1560" y="16459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anomaly function to sessions_total and session_mean_seconds in alerts_df, not just as a tested proof-of-concept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633472"/>
            <a:ext cx="109728" cy="1097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5603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promo-calendar exclusion table so planned events don't distort the rolling baseline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547872"/>
            <a:ext cx="109728" cy="1097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3474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load timestamp upstream, so 'late' can be distinguished from 'missing' in the completeness check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462272"/>
            <a:ext cx="109728" cy="1097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43891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every threshold with whoever owns the source data — they're currently derived from this dataset alone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2026-09-04T20:46:48Z</dcterms:created>
  <dcterms:modified xsi:type="dcterms:W3CDTF">2026-09-04T20:46:48Z</dcterms:modified>
</cp:coreProperties>
</file>